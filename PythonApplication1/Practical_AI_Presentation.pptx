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Beyond the Hype: Applied AI &amp; Real-World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Navigating the AI Era as Learners, Innovators, and Leaders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Shift to Applied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Past: Theoretical AI (1950–2022) - Hidden in complex labs</a:t>
            </a:r>
          </a:p>
          <a:p>
            <a:r>
              <a:t>• The Present: Applied AI Utility Layer - Works quietly like electricity</a:t>
            </a:r>
          </a:p>
          <a:p>
            <a:r>
              <a:t>• The Great Equalizer: Clear articulation is your new programming language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Educational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 of Rote Memorization: Focus shifts to connecting dots</a:t>
            </a:r>
          </a:p>
          <a:p>
            <a:r>
              <a:t>• Hyper-Personalized Tutors: Material adapts to your personal interests</a:t>
            </a:r>
          </a:p>
          <a:p>
            <a:r>
              <a:t>• Intellectual Sparring Partner: Moves from learning 'what' to 'how' to think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